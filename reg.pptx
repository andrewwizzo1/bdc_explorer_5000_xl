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P/NAV Regression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Panel | N=7,591 | R²=0.7717 | 6 BDCs x Apr 2021 - Mar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P/NAV  ~  2Y Treasury + NII/sh + FV/Cost + Debt/NAV + Name FE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731520"/>
                <a:gridCol w="457200"/>
                <a:gridCol w="7863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Intercept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+1.023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+27.9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P/NAV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2Y Treasury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-2.802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-33.3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100bp drop → -2.8pp P/NAV decline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NII / Share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+0.476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+36.0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$0.10 NII/sh increase → +4.8pp P/NAV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FV / Cost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+0.133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quality - healthier marks → 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Debt / NAV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-0.227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-30.8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10% more leverage → -2.3pp P/NAV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FE: BXSL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-0.139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Shorter public track record discount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FE: GBDC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-0.007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zero - no persistent premium/discount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FE: OBDC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-0.060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discount to peers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FE: TCPC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-0.031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Credit-impaired discount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FE: TSLX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+0.161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Best-in-class origination 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ARCC is the omitted base. All continuous variables significant at 1%. The 2Y Treasury captures forward rate expectations at daily frequency - the channel the quarterly regression missed. NII/share captures realized earnings power. Together they explain 77% of daily P/NAV variation across 6 BDCs over 5 years.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5212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 filings (10-K/10-Q), Bloomberg, Chatham Financial. Model estimated on daily data Apr 2021 - Mar 2026.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Model Inputs &amp; Fitted Values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quarterly fundamentals (Q4'25) and market prices (3/20/26) used as model inputs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914400"/>
                <a:gridCol w="914400"/>
                <a:gridCol w="1097280"/>
                <a:gridCol w="1554480"/>
                <a:gridCol w="155448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2Y Treasury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NII/sh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FV/Cost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Debt/NAV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Fitted P/NAV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P/NAV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3.88%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$0.517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100.8%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109%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C23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104.6%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90.1%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-14.5pp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BXSL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3.88%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$0.820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98.7%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123%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-13.9pp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C23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101.8%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88.3%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-13.5pp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GBDC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3.88%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$0.363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99.8%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125%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-0.7pp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C23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92.8%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83.2%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-9.6pp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OBDC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3.88%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$0.376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100.3%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129%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-6.0pp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C23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87.4%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75.3%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-12.1pp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E1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TCPC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3.88%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$0.260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91.4%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176%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-3.1pp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C23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72.9%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49.6%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-23.2pp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TSLX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3.88%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$0.534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100.7%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114%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+16.1pp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C23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120.4%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104.5%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-15.9pp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names share the same 2Y Treasury input (3.88%). NII, FV/Cost, and Debt/NAV vary by name from Q4'25 filings. Platform FE is a fixed intercept shift (ARCC = 0 as base). Residuals are uniformly negative across all names, reflecting the sector-wide risk premium. TSLX has the highest fitted P/NAV (120.4%) driven by its +16.1pp platform premium; TCPC has the lowest (72.9%) driven by its low FV/Cost (91.4%) and extreme leverage (176%).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5212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 filings (10-K/10-Q), Bloomberg. Q4'25 fundamentals, prices as of 3/20/26.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P/NAV Regression Model</dc:title>
  <dc:subject>PptxGenJS Presentation</dc:subject>
  <dc:creator>BDC Equity Research</dc:creator>
  <cp:lastModifiedBy>BDC Equity Research</cp:lastModifiedBy>
  <cp:revision>1</cp:revision>
  <dcterms:created xsi:type="dcterms:W3CDTF">2026-03-24T20:02:55Z</dcterms:created>
  <dcterms:modified xsi:type="dcterms:W3CDTF">2026-03-24T20:02:55Z</dcterms:modified>
</cp:coreProperties>
</file>